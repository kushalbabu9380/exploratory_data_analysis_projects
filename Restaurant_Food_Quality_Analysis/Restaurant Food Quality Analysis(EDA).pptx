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71" r:id="rId14"/>
    <p:sldId id="269" r:id="rId15"/>
    <p:sldId id="272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1C9A05-0CE3-449D-9402-71A6977D76FA}" v="147" dt="2025-12-27T10:49:18.2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A1BFF-E561-AE01-E59F-284B449BB8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966F67-2132-B25C-D79E-77AD551ABD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DA045-ACFD-3B1D-2B20-5FF9B9C7C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B0D7A-D5CC-4D47-95E1-EE438526215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ACF2E-04E2-A70C-7F05-2B7FEF280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F0950-3862-3B81-0226-68466348D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63BC6-64D7-4D50-A28B-5A9C02E131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255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AD423-CF95-6EAB-E2AD-EC56C8CE2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F9422-9D11-DEFD-BD7F-4CF3D91940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812EA-FA30-094D-4664-FFE0F5C36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B0D7A-D5CC-4D47-95E1-EE438526215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A238E-858C-F425-7009-A6CF1706A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779F2-5142-DBBE-749E-2C35B33A9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63BC6-64D7-4D50-A28B-5A9C02E131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3844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3FBAC-2757-2FE6-FDF9-01925628A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AFA594-D002-BB66-23A1-FC9F3C6DD9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CAC11C-9E97-7814-1737-95E844C52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B0D7A-D5CC-4D47-95E1-EE438526215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09AC1-40D5-2027-875B-69D336FF6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D7049-EE53-7A84-112B-81DB19422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63BC6-64D7-4D50-A28B-5A9C02E131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719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E1FD8-3E79-5D9A-B592-7250F6C9A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5EDC2-CEEC-5AF1-7998-0755A61F8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3B8F61-E1AD-0FBD-FE5B-3C05A4F6FF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A514C-685E-9600-7368-1CC04809C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B0D7A-D5CC-4D47-95E1-EE438526215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3C5940-3358-41D2-E8AD-0405045B3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04934A-4D4B-FB65-DF0F-46513CD3A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63BC6-64D7-4D50-A28B-5A9C02E131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3935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D76F6-DDDE-911F-0DDD-D33833473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7473A8-4427-94E2-DADF-6A8FD748B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129CF4-48AD-53F7-3667-DFAD04A845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5BD173-BBD9-EF81-305A-1244268930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B7A52D-07B8-9EDF-1BB5-0E5EB78E9F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0BA5C2-EA8E-8D66-29E7-DFF9D9694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B0D7A-D5CC-4D47-95E1-EE438526215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206D47-B8D2-5E00-30D6-07B6360A0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AA5F43-D6D2-0225-AB35-291DC86C5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63BC6-64D7-4D50-A28B-5A9C02E131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4454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0ECF2-5E83-D45F-DBC3-A8B8DECDC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CD5DC4-64AB-4733-77AC-813948CF8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B0D7A-D5CC-4D47-95E1-EE438526215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8DFD25-FF3D-54A7-E2B4-FD3D21977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A363CC-B9BF-0B48-A8C6-862BF432B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63BC6-64D7-4D50-A28B-5A9C02E131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9857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0F5E04-572E-B114-FCD5-4B3A80962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B0D7A-D5CC-4D47-95E1-EE438526215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07587A-ED2E-047C-55C2-B7099E268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657A37-5B36-432E-A61B-4644C30CC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63BC6-64D7-4D50-A28B-5A9C02E131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7476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3CA0C-272A-D9AF-5E99-F36172E35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873A0-1436-E8F3-5B66-D076D553A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E21B24-060B-C315-73C8-B534CF3CEA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E2A09C-882A-B72F-0CC6-B1A8BDB4F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B0D7A-D5CC-4D47-95E1-EE438526215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55E9A-AED8-1482-DF47-FA3DED6B7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BAE7B4-F340-D70A-6F1F-24CDD67EC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63BC6-64D7-4D50-A28B-5A9C02E131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9457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1BF7B-F9B6-89E0-BCA8-B04DB366F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73D60C-68EE-B0D2-A8BE-0A66ED5B19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1FCF30-3CC3-6EBA-C3FA-2C3A6B352B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2DFC18-9B84-F1AE-BBDA-9C8598C5C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B0D7A-D5CC-4D47-95E1-EE438526215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765ECD-1F29-A266-1193-88C9C8797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19ADB0-D1B6-174C-F4C2-53176A5B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63BC6-64D7-4D50-A28B-5A9C02E131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7521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569B3-06CC-2BA9-9C8D-FB8A04C0A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021478-92DE-CECD-16F6-5A5DE9EF8D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184C2C-3F29-4859-DDCE-61B35A350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B0D7A-D5CC-4D47-95E1-EE438526215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A5DD6-1AFF-1C0D-78DE-DEA164E5F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8261E5-0E37-47B5-6E35-F710069BB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63BC6-64D7-4D50-A28B-5A9C02E131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984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A66531-1D8F-FA57-1BB8-774FEAF7BD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47FE97-9715-4B3C-430D-4F4CCC8F20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798F9-5848-F560-DE25-DB16E2303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B0D7A-D5CC-4D47-95E1-EE438526215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278A9-FF62-85C7-70F9-EDC0D2229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5FB206-D210-0288-8EBF-5D362AAF0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63BC6-64D7-4D50-A28B-5A9C02E131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511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45A67D-726F-A23D-7897-CF110181B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F1B782-51FD-F281-D7BC-FB07AA9E41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8F3E4-C3ED-29AB-D134-CAA5DBD3DF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6B0D7A-D5CC-4D47-95E1-EE438526215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A5354-4559-FAA1-C4ED-807F42F3ED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142E8-FF61-09E7-603D-270D697411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763BC6-64D7-4D50-A28B-5A9C02E131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9273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sv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sv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6D98D-C5B8-644F-E8C7-5090D327B9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4672" y="1740310"/>
            <a:ext cx="8927690" cy="2343508"/>
          </a:xfrm>
        </p:spPr>
        <p:txBody>
          <a:bodyPr>
            <a:normAutofit/>
          </a:bodyPr>
          <a:lstStyle/>
          <a:p>
            <a:r>
              <a:rPr lang="en-IN" sz="4800" dirty="0">
                <a:latin typeface="Algerian" panose="04020705040A02060702" pitchFamily="82" charset="0"/>
              </a:rPr>
              <a:t>EDA Project on Restaurant Food Quality</a:t>
            </a:r>
            <a:br>
              <a:rPr lang="en-IN" sz="4800" dirty="0">
                <a:latin typeface="Algerian" panose="04020705040A02060702" pitchFamily="82" charset="0"/>
              </a:rPr>
            </a:br>
            <a:r>
              <a:rPr lang="en-IN" sz="4800" dirty="0">
                <a:latin typeface="Algerian" panose="04020705040A02060702" pitchFamily="82" charset="0"/>
              </a:rPr>
              <a:t>Classification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429F50-CDCD-8257-28CC-24D7554426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30064" y="4211637"/>
            <a:ext cx="4424516" cy="2646363"/>
          </a:xfrm>
        </p:spPr>
        <p:txBody>
          <a:bodyPr>
            <a:normAutofit/>
          </a:bodyPr>
          <a:lstStyle/>
          <a:p>
            <a:pPr algn="l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-By </a:t>
            </a:r>
          </a:p>
          <a:p>
            <a:pPr algn="l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KUSHAL BABU S</a:t>
            </a:r>
          </a:p>
          <a:p>
            <a:pPr algn="l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Analytics Intern</a:t>
            </a:r>
          </a:p>
          <a:p>
            <a:pPr algn="l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l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RAPAKA MANOJ KUMAR </a:t>
            </a:r>
          </a:p>
          <a:p>
            <a:pPr algn="l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Trainer</a:t>
            </a:r>
          </a:p>
        </p:txBody>
      </p:sp>
      <p:pic>
        <p:nvPicPr>
          <p:cNvPr id="5" name="Picture 4" descr="A logo for a company&#10;&#10;AI-generated content may be incorrect.">
            <a:extLst>
              <a:ext uri="{FF2B5EF4-FFF2-40B4-BE49-F238E27FC236}">
                <a16:creationId xmlns:a16="http://schemas.microsoft.com/office/drawing/2014/main" id="{EA9E8A50-D77D-DD53-4743-53A6D37697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296" y="167891"/>
            <a:ext cx="1976285" cy="1907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386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24515-963D-1EC1-C9CD-8357EF6E6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3871" y="147484"/>
            <a:ext cx="5850194" cy="727587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EF511-CBD4-7745-029D-6F37324FF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48" y="1366684"/>
            <a:ext cx="11710220" cy="534383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analyzing restaurant food quality using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(EDA).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understand customer perceptions of food quality and identify key factors affecting food ratings.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analysis helps identify areas where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quality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meets customer expectations and highlights opportunities for improvement to ensure consistent and high-quality dining experiences.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1891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EF076-36FB-5F98-A854-CAE139A86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8903" y="127820"/>
            <a:ext cx="6833420" cy="766916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61707-6C6A-A478-0604-7059841F2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652" y="963562"/>
            <a:ext cx="11759380" cy="5476567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Categorical Data</a:t>
            </a:r>
          </a:p>
        </p:txBody>
      </p:sp>
      <p:pic>
        <p:nvPicPr>
          <p:cNvPr id="5" name="Picture 4" descr="A computer screen shot of a menu&#10;&#10;AI-generated content may be incorrect.">
            <a:extLst>
              <a:ext uri="{FF2B5EF4-FFF2-40B4-BE49-F238E27FC236}">
                <a16:creationId xmlns:a16="http://schemas.microsoft.com/office/drawing/2014/main" id="{71362BA2-4F21-F7E4-BD64-4301339A20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968" y="1484671"/>
            <a:ext cx="3421626" cy="2276168"/>
          </a:xfrm>
          <a:prstGeom prst="rect">
            <a:avLst/>
          </a:prstGeom>
        </p:spPr>
      </p:pic>
      <p:pic>
        <p:nvPicPr>
          <p:cNvPr id="7" name="Picture 6" descr="A computer screen shot of a menu&#10;&#10;AI-generated content may be incorrect.">
            <a:extLst>
              <a:ext uri="{FF2B5EF4-FFF2-40B4-BE49-F238E27FC236}">
                <a16:creationId xmlns:a16="http://schemas.microsoft.com/office/drawing/2014/main" id="{A281F61D-D706-CA18-6204-5C4D17562D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5303" y="1484671"/>
            <a:ext cx="3864077" cy="2276168"/>
          </a:xfrm>
          <a:prstGeom prst="rect">
            <a:avLst/>
          </a:prstGeom>
        </p:spPr>
      </p:pic>
      <p:pic>
        <p:nvPicPr>
          <p:cNvPr id="9" name="Picture 8" descr="A computer screen shot of a black screen&#10;&#10;AI-generated content may be incorrect.">
            <a:extLst>
              <a:ext uri="{FF2B5EF4-FFF2-40B4-BE49-F238E27FC236}">
                <a16:creationId xmlns:a16="http://schemas.microsoft.com/office/drawing/2014/main" id="{3D7E04E7-307F-92F9-D0B2-9B2040699C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0271" y="1484671"/>
            <a:ext cx="3864077" cy="2276168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75B0999-DCB0-BEF8-EA2E-CE8CBC5C2A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68" y="4454012"/>
            <a:ext cx="3873909" cy="2276168"/>
          </a:xfrm>
          <a:prstGeom prst="rect">
            <a:avLst/>
          </a:prstGeom>
        </p:spPr>
      </p:pic>
      <p:pic>
        <p:nvPicPr>
          <p:cNvPr id="13" name="Picture 1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B992CBB5-34A0-FB90-D4C8-53409B65822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65" y="4385186"/>
            <a:ext cx="3864077" cy="2276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993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168A8-B38A-BBB5-0D5D-BFAAB7909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0443" y="172459"/>
            <a:ext cx="6636774" cy="673190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Data Overview</a:t>
            </a:r>
          </a:p>
        </p:txBody>
      </p:sp>
      <p:pic>
        <p:nvPicPr>
          <p:cNvPr id="5" name="Content Placeholder 4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72800560-1E82-A568-538A-6659082E59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65" y="1403807"/>
            <a:ext cx="3497536" cy="2230663"/>
          </a:xfrm>
        </p:spPr>
      </p:pic>
      <p:pic>
        <p:nvPicPr>
          <p:cNvPr id="7" name="Picture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8B9A4779-8C4F-72FA-ADCA-6071027260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1545" y="1403807"/>
            <a:ext cx="3814571" cy="2221137"/>
          </a:xfrm>
          <a:prstGeom prst="rect">
            <a:avLst/>
          </a:prstGeom>
        </p:spPr>
      </p:pic>
      <p:pic>
        <p:nvPicPr>
          <p:cNvPr id="9" name="Picture 8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59B05F04-DE56-A247-E456-AF007E3560B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0942" y="1394280"/>
            <a:ext cx="3905795" cy="2230663"/>
          </a:xfrm>
          <a:prstGeom prst="rect">
            <a:avLst/>
          </a:prstGeom>
        </p:spPr>
      </p:pic>
      <p:pic>
        <p:nvPicPr>
          <p:cNvPr id="11" name="Picture 10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893BC29D-ED8C-A2AC-AA6C-7B912ADC355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834" y="4250144"/>
            <a:ext cx="3814571" cy="2230664"/>
          </a:xfrm>
          <a:prstGeom prst="rect">
            <a:avLst/>
          </a:prstGeom>
        </p:spPr>
      </p:pic>
      <p:pic>
        <p:nvPicPr>
          <p:cNvPr id="13" name="Picture 12" descr="A computer screen with white text&#10;&#10;AI-generated content may be incorrect.">
            <a:extLst>
              <a:ext uri="{FF2B5EF4-FFF2-40B4-BE49-F238E27FC236}">
                <a16:creationId xmlns:a16="http://schemas.microsoft.com/office/drawing/2014/main" id="{5AFEB1EE-CC32-374C-65C4-B3D23979D47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148" y="4206745"/>
            <a:ext cx="3905796" cy="22211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1A23A41-0078-CA58-0631-1A76558FC8C7}"/>
              </a:ext>
            </a:extLst>
          </p:cNvPr>
          <p:cNvSpPr txBox="1"/>
          <p:nvPr/>
        </p:nvSpPr>
        <p:spPr>
          <a:xfrm>
            <a:off x="73741" y="788133"/>
            <a:ext cx="34975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Columns</a:t>
            </a:r>
          </a:p>
        </p:txBody>
      </p:sp>
    </p:spTree>
    <p:extLst>
      <p:ext uri="{BB962C8B-B14F-4D97-AF65-F5344CB8AC3E}">
        <p14:creationId xmlns:p14="http://schemas.microsoft.com/office/powerpoint/2010/main" val="3278988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313CC-8CB2-AFF7-66F4-A38A2D355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8025" y="138983"/>
            <a:ext cx="9291485" cy="834411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 – Preparing Time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178FE2B-09DD-4474-392D-BF0DBE5F2B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43716" y="1623188"/>
            <a:ext cx="6548284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Preparation time varies, indicating both quick and time-intensive dishes.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dishes fall within a moderate preparation time range.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Longer preparation time generally reflects better food quality.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Extremely long preparation times may impact the customer waiting experience.</a:t>
            </a:r>
          </a:p>
        </p:txBody>
      </p:sp>
      <p:pic>
        <p:nvPicPr>
          <p:cNvPr id="8" name="Picture 7" descr="A graph of food quality&#10;&#10;AI-generated content may be incorrect.">
            <a:extLst>
              <a:ext uri="{FF2B5EF4-FFF2-40B4-BE49-F238E27FC236}">
                <a16:creationId xmlns:a16="http://schemas.microsoft.com/office/drawing/2014/main" id="{BD722418-251C-01FD-9234-ADE1AD476D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460" y="1376967"/>
            <a:ext cx="5093110" cy="3922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141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A61B1-A1B5-55C2-6E5A-E63DDED7A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7961" y="99655"/>
            <a:ext cx="7865808" cy="962230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Quality Based On Cost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32E2A-647F-3AB5-921D-F34B61248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7175" y="1435510"/>
            <a:ext cx="5810865" cy="5018035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cost per plate varies widely, indicating both budget-friendly and premium food options.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food items are priced in the mid-range, suggesting a balance between affordability and quality.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Higher-cost dishes are present in smaller numbers and are often associated with better food quality.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influences food quality perception, but a higher price does not always guarantee better quality.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graph of food quality&#10;&#10;AI-generated content may be incorrect.">
            <a:extLst>
              <a:ext uri="{FF2B5EF4-FFF2-40B4-BE49-F238E27FC236}">
                <a16:creationId xmlns:a16="http://schemas.microsoft.com/office/drawing/2014/main" id="{3E31CDF2-4FB3-3344-8661-BB26318377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960" y="1818968"/>
            <a:ext cx="5152105" cy="4080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402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3AB10-57CC-25B1-D511-5EF084025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7355" y="133500"/>
            <a:ext cx="8514735" cy="1081925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Bivariate Analysis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29E9B64-118F-AACB-4B53-AE70195239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84723" y="1787842"/>
            <a:ext cx="6459793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Food quality varies across different cuisines, indicating differences in preparation style and customer preferences.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Italian and Mexican cuisines show a higher count of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food quality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ratings compared to other cuisines.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Chinese cuisine has relatively more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 to medium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quality ratings, suggesting scope for improvement.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Overall, cuisine type plays a significant role in determining perceived food quality.</a:t>
            </a:r>
          </a:p>
        </p:txBody>
      </p:sp>
      <p:pic>
        <p:nvPicPr>
          <p:cNvPr id="6" name="Picture 5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4B5E48D7-CDBF-C562-CD50-A06A7A493D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84" y="1798350"/>
            <a:ext cx="5004619" cy="43851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0AF3E1-725A-115E-43F2-3FA2DD24F757}"/>
              </a:ext>
            </a:extLst>
          </p:cNvPr>
          <p:cNvSpPr txBox="1"/>
          <p:nvPr/>
        </p:nvSpPr>
        <p:spPr>
          <a:xfrm>
            <a:off x="147484" y="803959"/>
            <a:ext cx="326431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Food Quality Based on Cuisine</a:t>
            </a:r>
          </a:p>
        </p:txBody>
      </p:sp>
    </p:spTree>
    <p:extLst>
      <p:ext uri="{BB962C8B-B14F-4D97-AF65-F5344CB8AC3E}">
        <p14:creationId xmlns:p14="http://schemas.microsoft.com/office/powerpoint/2010/main" val="1755029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8F04E-EB22-2196-C47E-6667BAD18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2490" y="108156"/>
            <a:ext cx="8305158" cy="963559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Quality Based  on 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 Type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AEE8123-29F8-1B25-304F-51187521CD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17738" y="1629890"/>
            <a:ext cx="6038289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Fine dining restaurants show a higher count of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medium to high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food quality ratings, reflecting better consistency.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Cafes and Fast food outlets also receive a significant number of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food quality ratings, showing good customer acceptance.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Casual restaurants display relatively balanced ratings, suggesting moderate food quality across customers.</a:t>
            </a:r>
          </a:p>
        </p:txBody>
      </p:sp>
      <p:pic>
        <p:nvPicPr>
          <p:cNvPr id="6" name="Picture 5" descr="A bar graph with different colored bars&#10;&#10;AI-generated content may be incorrect.">
            <a:extLst>
              <a:ext uri="{FF2B5EF4-FFF2-40B4-BE49-F238E27FC236}">
                <a16:creationId xmlns:a16="http://schemas.microsoft.com/office/drawing/2014/main" id="{E32012B7-62EA-6F1D-0D74-A11A640A96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973" y="1445342"/>
            <a:ext cx="5181601" cy="4188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445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17897-C3D6-17B5-18D9-C93B07383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0078" y="106486"/>
            <a:ext cx="6853084" cy="1102882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Quality Based on Location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BCF4866-89B8-9C69-A497-2CCF6BF12C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2812" y="1602205"/>
            <a:ext cx="5594555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Food quality varies across different restaurant locations.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Mall and city center locations show a higher number of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food quality ratings.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Suburban locations have relatively balanced food quality ratings.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Location plays a role in influencing perceived food quality.</a:t>
            </a:r>
          </a:p>
        </p:txBody>
      </p:sp>
      <p:pic>
        <p:nvPicPr>
          <p:cNvPr id="6" name="Picture 5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BCF3D53D-937A-2552-27ED-2ECBAAD5C2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45" y="1443360"/>
            <a:ext cx="5073444" cy="368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048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F79F9-95D8-66EC-3D07-A426BE621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057" y="119319"/>
            <a:ext cx="10078065" cy="834410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Quality Based on Servings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162E9-4466-3E83-EEB8-9B994F370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0787" y="1213700"/>
            <a:ext cx="5169309" cy="468246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food quality ratings are generally associated with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larger serving sizes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food quality shows smaller and more variable servings.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Medium quality has moderate serving sizes with less variation.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Portion size plays an important role in influencing food quality perception.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diagram of food quality&#10;&#10;AI-generated content may be incorrect.">
            <a:extLst>
              <a:ext uri="{FF2B5EF4-FFF2-40B4-BE49-F238E27FC236}">
                <a16:creationId xmlns:a16="http://schemas.microsoft.com/office/drawing/2014/main" id="{45A1785A-AB3B-3405-009F-0507391CFC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904" y="1416567"/>
            <a:ext cx="4845503" cy="4024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452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2D873-2CF8-A821-9291-1E368E749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774" y="167148"/>
            <a:ext cx="9586452" cy="865239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Quality Based on Temperature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48377-4525-5103-B416-7A85A9701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5560" y="1569986"/>
            <a:ext cx="6312311" cy="3916415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food quality ratings are associated with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 serving temperatures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food quality shows wider temperature variation, indicating inconsistent serving conditions.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Medium and high food quality have more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 temperature ranges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proper serving temperature is important for better food quality perception.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diagram of food quality&#10;&#10;AI-generated content may be incorrect.">
            <a:extLst>
              <a:ext uri="{FF2B5EF4-FFF2-40B4-BE49-F238E27FC236}">
                <a16:creationId xmlns:a16="http://schemas.microsoft.com/office/drawing/2014/main" id="{06D5DC41-8D37-6FB8-8F25-A0E43BDC2F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129" y="1749874"/>
            <a:ext cx="4650658" cy="355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331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5D71C-8EB3-8EBF-40EB-BEA4FE31E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971"/>
            <a:ext cx="10515600" cy="952398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Quality Based on Chef Experience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9D5B0D9-FDC3-47D9-115E-A9DA3C1BB8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13987" y="1720840"/>
            <a:ext cx="569226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Higher food quality ratings are generally associated with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greater chef experience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 food quality shows lower and more variable chef experience levels.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Medium and high food quality categories have chefs with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more consistent experience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Chef experience plays an important role in delivering better food quality.</a:t>
            </a:r>
          </a:p>
        </p:txBody>
      </p:sp>
      <p:pic>
        <p:nvPicPr>
          <p:cNvPr id="6" name="Picture 5" descr="A diagram of a chef's experience&#10;&#10;AI-generated content may be incorrect.">
            <a:extLst>
              <a:ext uri="{FF2B5EF4-FFF2-40B4-BE49-F238E27FC236}">
                <a16:creationId xmlns:a16="http://schemas.microsoft.com/office/drawing/2014/main" id="{87A2DCC4-0448-1F98-A0A2-DC1805C4CB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49" y="1759975"/>
            <a:ext cx="5171617" cy="3706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3857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073AA-86D4-ED70-02BA-0D11CD06D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360" y="199922"/>
            <a:ext cx="5604387" cy="73414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Insights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EF5201C-0353-793D-142C-273822AD2E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3921" y="1285403"/>
            <a:ext cx="1053009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Food quality is influenced by multiple factors, including preparation time, serving temperature, portion size, chef experience, cost, cuisine type, restaurant type, and location.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Optimal preparation time and consistent serving temperature are key contributors to higher food quality ratings.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Restaurants with experienced chefs, appropriate portion sizes, and premium offerings tend to achieve better food quality perception.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Cuisine type, restaurant type, and location also play a significant role in shaping customer’s food quality experience.</a:t>
            </a:r>
          </a:p>
        </p:txBody>
      </p:sp>
    </p:spTree>
    <p:extLst>
      <p:ext uri="{BB962C8B-B14F-4D97-AF65-F5344CB8AC3E}">
        <p14:creationId xmlns:p14="http://schemas.microsoft.com/office/powerpoint/2010/main" val="2669483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29CA4-5FA9-6902-E608-571688888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9910" y="160593"/>
            <a:ext cx="7826477" cy="896375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12E968-AC22-B54C-CB38-6E60CCF95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607" y="1120878"/>
            <a:ext cx="11304638" cy="4542504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optimal preparation time and serving temperature to ensure consistent food quality.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experienced chefs to maintain high food quality standards.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Standardize portion sizes to improve customer satisfaction.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improving food quality across cuisines, locations, and restaurant types.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cost-to-quality balance to ensure value for money.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Regularly collect customer feedback to improve food quality continuously.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23820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612ED-89D5-48A7-E007-11BDE2620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9910" y="244167"/>
            <a:ext cx="7678994" cy="873740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C0A27-F8D2-2224-1218-02FF78C0DA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265" y="1297858"/>
            <a:ext cx="10724535" cy="2861187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identified key factors affecting food quality.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 preparation time and proper serving temperature improve food quality.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Chef experience and appropriate portion sizes contribute to better food quality.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Cuisine type, restaurant type, and location influence customer perception.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insights can help restaurants improve food quality and customer satisfaction.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61150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80986-5AFC-8A26-768C-3441D7A83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7406" y="2451356"/>
            <a:ext cx="8957187" cy="1955288"/>
          </a:xfrm>
        </p:spPr>
        <p:txBody>
          <a:bodyPr/>
          <a:lstStyle/>
          <a:p>
            <a:pPr algn="ctr"/>
            <a:r>
              <a:rPr lang="en-IN" sz="5400" dirty="0">
                <a:latin typeface="Algerian" panose="04020705040A02060702" pitchFamily="82" charset="0"/>
              </a:rPr>
              <a:t>Thank</a:t>
            </a:r>
            <a:r>
              <a:rPr lang="en-IN" dirty="0">
                <a:latin typeface="Algerian" panose="04020705040A02060702" pitchFamily="82" charset="0"/>
              </a:rPr>
              <a:t> </a:t>
            </a:r>
            <a:r>
              <a:rPr lang="en-IN" sz="5400" dirty="0">
                <a:latin typeface="Algerian" panose="04020705040A02060702" pitchFamily="82" charset="0"/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287400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763</Words>
  <Application>Microsoft Office PowerPoint</Application>
  <PresentationFormat>Widescreen</PresentationFormat>
  <Paragraphs>73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Algerian</vt:lpstr>
      <vt:lpstr>Aptos</vt:lpstr>
      <vt:lpstr>Aptos Display</vt:lpstr>
      <vt:lpstr>Arial</vt:lpstr>
      <vt:lpstr>Times New Roman</vt:lpstr>
      <vt:lpstr>Office Theme</vt:lpstr>
      <vt:lpstr>EDA Project on Restaurant Food Quality Classification </vt:lpstr>
      <vt:lpstr>INTRODUCTION</vt:lpstr>
      <vt:lpstr>Data Overview</vt:lpstr>
      <vt:lpstr> Data Overview</vt:lpstr>
      <vt:lpstr>Univariate Analysis – Preparing Time </vt:lpstr>
      <vt:lpstr>Food Quality Based On Cost</vt:lpstr>
      <vt:lpstr>Bivariate Analysis </vt:lpstr>
      <vt:lpstr>Food Quality Based  on  Restaurant Type</vt:lpstr>
      <vt:lpstr>Food Quality Based on Location</vt:lpstr>
      <vt:lpstr>Food Quality Based on Servings</vt:lpstr>
      <vt:lpstr>Food Quality Based on Temperature</vt:lpstr>
      <vt:lpstr>Food Quality Based on Chef Experience</vt:lpstr>
      <vt:lpstr>Overall Insights</vt:lpstr>
      <vt:lpstr>Recommendation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Kushal Babu</dc:creator>
  <cp:lastModifiedBy>Kushal Babu</cp:lastModifiedBy>
  <cp:revision>3</cp:revision>
  <dcterms:created xsi:type="dcterms:W3CDTF">2025-12-26T15:28:37Z</dcterms:created>
  <dcterms:modified xsi:type="dcterms:W3CDTF">2025-12-29T05:29:22Z</dcterms:modified>
</cp:coreProperties>
</file>